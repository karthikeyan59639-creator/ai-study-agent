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783080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13716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StudyMate AI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Academic Task Agent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517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“Never Forget Your Academic Work Again”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4206240" cy="640080"/>
          </a:xfrm>
          <a:prstGeom prst="rect">
            <a:avLst/>
          </a:prstGeom>
          <a:solidFill>
            <a:srgbClr val="EAF2FB"/>
          </a:solidFill>
          <a:ln w="9525">
            <a:solidFill>
              <a:srgbClr val="C9DC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8862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Gayathiri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CSE  |  3rd Year, Sec A</a:t>
            </a:r>
            <a:endParaRPr lang="en-US" sz="1200" dirty="0"/>
          </a:p>
        </p:txBody>
      </p:sp>
      <p:pic>
        <p:nvPicPr>
          <p:cNvPr id="8" name="Image 0" descr="m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417320"/>
            <a:ext cx="3931920" cy="219401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892040" y="37490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focus queue and deadlines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097280" cy="45720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C9DCF0"/>
          </a:solidFill>
          <a:ln w="12700">
            <a:solidFill>
              <a:srgbClr val="C9DC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StudyMate AI  |  Academic Task Agent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4937760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C9DCF0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00200"/>
            <a:ext cx="4937760" cy="54864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783080"/>
            <a:ext cx="4681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194560"/>
            <a:ext cx="466344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95728"/>
            <a:ext cx="4937760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C9DCF0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395728"/>
            <a:ext cx="4937760" cy="54864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2578608"/>
            <a:ext cx="4681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2990088"/>
            <a:ext cx="466344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91256"/>
            <a:ext cx="4937760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C9DCF0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191256"/>
            <a:ext cx="4937760" cy="54864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374136"/>
            <a:ext cx="4681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3785616"/>
            <a:ext cx="466344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86784"/>
            <a:ext cx="4937760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C9DCF0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986784"/>
            <a:ext cx="4937760" cy="54864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4169664"/>
            <a:ext cx="4681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" y="4581144"/>
            <a:ext cx="466344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" y="1783080"/>
            <a:ext cx="347472" cy="347472"/>
          </a:xfrm>
          <a:prstGeom prst="ellipse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16916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overload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19293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Juggling 6+ subjects, each with labs, records, homework and internals.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" y="2578608"/>
            <a:ext cx="347472" cy="347472"/>
          </a:xfrm>
          <a:prstGeom prst="ellipse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" y="24871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announcements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" y="27249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Notices get buried in WhatsApp groups and classroom feeds.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" y="3374136"/>
            <a:ext cx="347472" cy="347472"/>
          </a:xfrm>
          <a:prstGeom prst="ellipse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" y="3374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143000" y="32826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Last-minute records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" y="3520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records are remembered only when faculty asks.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" y="4169664"/>
            <a:ext cx="347472" cy="347472"/>
          </a:xfrm>
          <a:prstGeom prst="ellipse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1792" y="4169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143000" y="407822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to-do apps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143000" y="43159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do not reschedule work or calculate academic urgency.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669280" y="1600200"/>
            <a:ext cx="3017520" cy="1417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669280" y="1691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6+</a:t>
            </a:r>
            <a:endParaRPr lang="en-US" sz="4800" dirty="0"/>
          </a:p>
        </p:txBody>
      </p:sp>
      <p:sp>
        <p:nvSpPr>
          <p:cNvPr id="41" name="Text 39"/>
          <p:cNvSpPr txBox="1"/>
          <p:nvPr/>
        </p:nvSpPr>
        <p:spPr>
          <a:xfrm>
            <a:off x="5760720" y="2560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subjects to track every semester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669280" y="3154680"/>
            <a:ext cx="3017520" cy="1417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669280" y="32461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</a:t>
            </a:r>
            <a:endParaRPr lang="en-US" sz="3600" dirty="0"/>
          </a:p>
        </p:txBody>
      </p:sp>
      <p:sp>
        <p:nvSpPr>
          <p:cNvPr id="44" name="Text 42"/>
          <p:cNvSpPr txBox="1"/>
          <p:nvPr/>
        </p:nvSpPr>
        <p:spPr>
          <a:xfrm>
            <a:off x="5760720" y="4114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deadlines from forgotten tasks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097280" cy="45720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C9DCF0"/>
          </a:solidFill>
          <a:ln w="12700">
            <a:solidFill>
              <a:srgbClr val="C9DC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StudyMate AI  |  Academic Task Agent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5544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agent that steps in before deadlines slip.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42062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9DCF0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11680"/>
            <a:ext cx="420624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2194560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606040"/>
            <a:ext cx="3931920" cy="-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0848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natural-language entry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3225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“3 Java programs before Friday” becomes tasks.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42062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9DCF0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706624"/>
            <a:ext cx="4206240" cy="54864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2889504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3300984"/>
            <a:ext cx="3931920" cy="-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77977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vision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0175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Blackboard photos and screenshots turn into tasks.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401568"/>
            <a:ext cx="42062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9DCF0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401568"/>
            <a:ext cx="420624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" y="3584448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" y="3995928"/>
            <a:ext cx="3931920" cy="-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34747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Forgetfulness protection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7124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for repeatedly postponed work.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096512"/>
            <a:ext cx="42062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9DCF0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4096512"/>
            <a:ext cx="4206240" cy="54864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" y="4279392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" y="4690872"/>
            <a:ext cx="3931920" cy="-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41696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Auto-rescheduling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44074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“Couldn’t finish today” rebalances the plan.</a:t>
            </a:r>
            <a:endParaRPr lang="en-US" sz="1050" dirty="0"/>
          </a:p>
        </p:txBody>
      </p:sp>
      <p:pic>
        <p:nvPicPr>
          <p:cNvPr id="32" name="Image 0" descr="m_nl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691640"/>
            <a:ext cx="3749040" cy="1803288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4937760" y="3657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Natural-language parser extracts subject, deadline and priority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097280" cy="45720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C9DCF0"/>
          </a:solidFill>
          <a:ln w="12700">
            <a:solidFill>
              <a:srgbClr val="C9DC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StudyMate AI  |  Academic Task Agent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CF0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45920"/>
            <a:ext cx="265176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828800"/>
            <a:ext cx="329184" cy="32918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182880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Task Entry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224028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subject, deadline and priority; splits multi-part programs.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645920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CF0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645920"/>
            <a:ext cx="2651760" cy="54864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1828800"/>
            <a:ext cx="329184" cy="329184"/>
          </a:xfrm>
          <a:prstGeom prst="ellipse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8328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13048" y="182880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Multi-Stage Reminders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410712" y="224028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3 days before, 1 day before and on deadline morning.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1645920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CF0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645920"/>
            <a:ext cx="265176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1828800"/>
            <a:ext cx="329184" cy="32918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7220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601968" y="182880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&amp; Photo OCR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199632" y="224028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Notices become verified tasks instantly.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200400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CF0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200400"/>
            <a:ext cx="2651760" cy="54864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383280"/>
            <a:ext cx="329184" cy="329184"/>
          </a:xfrm>
          <a:prstGeom prst="ellipse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24128" y="338328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Priority Matrix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21792" y="379476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urgency score for every task.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46120" y="3200400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CF0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46120" y="3200400"/>
            <a:ext cx="265176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3280" y="3383280"/>
            <a:ext cx="329184" cy="32918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383280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3813048" y="338328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Rescheduling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3410712" y="379476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Reorganises the study queue without overloading tomorrow.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35040" y="3200400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CF0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35040" y="3200400"/>
            <a:ext cx="2651760" cy="54864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72200" y="3383280"/>
            <a:ext cx="329184" cy="329184"/>
          </a:xfrm>
          <a:prstGeom prst="ellipse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172200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601968" y="338328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Forgetfulness Protection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199632" y="379476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Audits stale, zero-progress and high-difficulty tasks.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Workflow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097280" cy="45720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C9DCF0"/>
          </a:solidFill>
          <a:ln w="12700">
            <a:solidFill>
              <a:srgbClr val="C9DC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StudyMate AI  |  Academic Task Agent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463040" cy="18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24128" y="1965960"/>
            <a:ext cx="329184" cy="329184"/>
          </a:xfrm>
          <a:prstGeom prst="ellipse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24128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423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8346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Text, OCR photo or screenshot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38528" y="2606040"/>
            <a:ext cx="182880" cy="274320"/>
          </a:xfrm>
          <a:prstGeom prst="rightArrow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39696" y="1828800"/>
            <a:ext cx="1463040" cy="1828800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06624" y="1965960"/>
            <a:ext cx="329184" cy="329184"/>
          </a:xfrm>
          <a:prstGeom prst="ellipse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06624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231136" y="2423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Parser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231136" y="28346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Subject, date, priority, subtasks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21024" y="2606040"/>
            <a:ext cx="182880" cy="274320"/>
          </a:xfrm>
          <a:prstGeom prst="rightArrow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22192" y="1828800"/>
            <a:ext cx="1463040" cy="18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89120" y="1965960"/>
            <a:ext cx="329184" cy="329184"/>
          </a:xfrm>
          <a:prstGeom prst="ellipse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8912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913632" y="2423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Engine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913632" y="28346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 scoring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03520" y="2606040"/>
            <a:ext cx="182880" cy="274320"/>
          </a:xfrm>
          <a:prstGeom prst="rightArrow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04688" y="1828800"/>
            <a:ext cx="1463040" cy="1828800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71616" y="1965960"/>
            <a:ext cx="329184" cy="329184"/>
          </a:xfrm>
          <a:prstGeom prst="ellipse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71616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596128" y="2423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596128" y="28346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&amp; rescheduling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86016" y="2606040"/>
            <a:ext cx="182880" cy="274320"/>
          </a:xfrm>
          <a:prstGeom prst="rightArrow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87184" y="1828800"/>
            <a:ext cx="1463040" cy="18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754112" y="1965960"/>
            <a:ext cx="329184" cy="329184"/>
          </a:xfrm>
          <a:prstGeom prst="ellipse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54112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278624" y="2423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278624" y="28346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Dashboard, calendar, WhatsApp alert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931920"/>
            <a:ext cx="8229600" cy="594360"/>
          </a:xfrm>
          <a:prstGeom prst="rect">
            <a:avLst/>
          </a:prstGeom>
          <a:solidFill>
            <a:srgbClr val="EAF2FB"/>
          </a:solidFill>
          <a:ln w="9525">
            <a:solidFill>
              <a:srgbClr val="C9DC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931920"/>
            <a:ext cx="64008" cy="594360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5800" y="3931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Assistant answers “What do I need to finish today?” and triggers auto-reschedule on request.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Priority Matrix &amp; Forgetfulness Protection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097280" cy="45720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C9DCF0"/>
          </a:solidFill>
          <a:ln w="12700">
            <a:solidFill>
              <a:srgbClr val="C9DC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StudyMate AI  |  Academic Task Agent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554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 score is derived from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20574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745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1874520"/>
            <a:ext cx="205740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06040" y="18745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205740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3774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needed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06040" y="2377440"/>
            <a:ext cx="20574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06040" y="23774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Postponed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17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audit flags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3375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tasks and zero-progress deadlines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High-difficulty lab records near target date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Repeatedly postponed work</a:t>
            </a:r>
            <a:endParaRPr lang="en-US" sz="1200" dirty="0"/>
          </a:p>
        </p:txBody>
      </p:sp>
      <p:pic>
        <p:nvPicPr>
          <p:cNvPr id="18" name="Image 0" descr="m_que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828800"/>
            <a:ext cx="3749040" cy="160084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4937760" y="3566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scores and postponement warnings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Modules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097280" cy="45720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C9DCF0"/>
          </a:solidFill>
          <a:ln w="12700">
            <a:solidFill>
              <a:srgbClr val="C9DC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StudyMate AI  |  Academic Task Agent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3317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CF0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00200"/>
            <a:ext cx="233172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783080"/>
            <a:ext cx="329184" cy="32918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783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1783080"/>
            <a:ext cx="1673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219456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today, this week, completed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0" y="1600200"/>
            <a:ext cx="23317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CF0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26080" y="1600200"/>
            <a:ext cx="2331720" cy="54864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63240" y="1783080"/>
            <a:ext cx="329184" cy="329184"/>
          </a:xfrm>
          <a:prstGeom prst="ellipse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063240" y="1783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493008" y="1783080"/>
            <a:ext cx="1673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Task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090672" y="219456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entry and OCR scanner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560320"/>
            <a:ext cx="23317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CF0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560320"/>
            <a:ext cx="233172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2743200"/>
            <a:ext cx="329184" cy="32918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2743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743200"/>
            <a:ext cx="1673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315468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copilot with quick actions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926080" y="2560320"/>
            <a:ext cx="23317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CF0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926080" y="2560320"/>
            <a:ext cx="2331720" cy="54864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63240" y="2743200"/>
            <a:ext cx="329184" cy="329184"/>
          </a:xfrm>
          <a:prstGeom prst="ellipse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063240" y="2743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493008" y="2743200"/>
            <a:ext cx="1673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3090672" y="315468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view with filters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520440"/>
            <a:ext cx="23317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CF0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3520440"/>
            <a:ext cx="233172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" y="3703320"/>
            <a:ext cx="329184" cy="32918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94360" y="3703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3703320"/>
            <a:ext cx="1673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Subjects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21792" y="411480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Labs, assignments, milestones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926080" y="3520440"/>
            <a:ext cx="23317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CF0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926080" y="3520440"/>
            <a:ext cx="2331720" cy="54864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63240" y="3703320"/>
            <a:ext cx="329184" cy="329184"/>
          </a:xfrm>
          <a:prstGeom prst="ellipse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063240" y="3703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3493008" y="3703320"/>
            <a:ext cx="1673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3090672" y="411480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rates, habit tips</a:t>
            </a:r>
            <a:endParaRPr lang="en-US" sz="1100" dirty="0"/>
          </a:p>
        </p:txBody>
      </p:sp>
      <p:pic>
        <p:nvPicPr>
          <p:cNvPr id="43" name="Image 0" descr="m_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691640"/>
            <a:ext cx="3291840" cy="1474744"/>
          </a:xfrm>
          <a:prstGeom prst="rect">
            <a:avLst/>
          </a:prstGeom>
        </p:spPr>
      </p:pic>
      <p:sp>
        <p:nvSpPr>
          <p:cNvPr id="44" name="Text 41"/>
          <p:cNvSpPr txBox="1"/>
          <p:nvPr/>
        </p:nvSpPr>
        <p:spPr>
          <a:xfrm>
            <a:off x="5394960" y="3246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 with auto-reschedule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4480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a notification centre with WhatsApp alert preview.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Scope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097280" cy="45720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C9DCF0"/>
          </a:solidFill>
          <a:ln w="12700">
            <a:solidFill>
              <a:srgbClr val="C9DC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StudyMate AI  |  Academic Task Agent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40233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CF0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00200"/>
            <a:ext cx="402336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783080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194560"/>
            <a:ext cx="374904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24028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Moves beyond a to-do list to a proactive agent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 missed deadlines and last-minute records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stress through staged reminders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specifically for college students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663440" y="1600200"/>
            <a:ext cx="40233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CF0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600200"/>
            <a:ext cx="4023360" cy="54864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28032" y="1783080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828032" y="2194560"/>
            <a:ext cx="3749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1945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WhatsApp and SMS integration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with college LMS and timetable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with push notifications</a:t>
            </a:r>
            <a:endParaRPr lang="en-US" sz="1100" dirty="0"/>
          </a:p>
        </p:txBody>
      </p:sp>
      <p:pic>
        <p:nvPicPr>
          <p:cNvPr id="17" name="Image 0" descr="m_w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3291840"/>
            <a:ext cx="3291840" cy="11159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StudyMate AI</dc:title>
  <dc:subject>PptxGenJS Presentation</dc:subject>
  <dc:creator>PptxGenJS</dc:creator>
  <cp:lastModifiedBy>PptxGenJS</cp:lastModifiedBy>
  <cp:revision>1</cp:revision>
  <dcterms:created xsi:type="dcterms:W3CDTF">2026-10-26T18:02:34Z</dcterms:created>
  <dcterms:modified xsi:type="dcterms:W3CDTF">2026-10-26T18:02:34Z</dcterms:modified>
</cp:coreProperties>
</file>