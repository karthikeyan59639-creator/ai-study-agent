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 AI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Academic Task Agent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1463040" cy="54864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3063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“Never Forget Your Academic Work Again”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by: Gayathiri  |  B.Tech CSE, 3rd Year, Sec 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4023360" cy="137160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64008" cy="137160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overload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7568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Juggling 6+ subjects, each with labs, records, homework and internals.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645920"/>
            <a:ext cx="4023360" cy="137160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645920"/>
            <a:ext cx="64008" cy="137160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737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announcements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07568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notices get buried in WhatsApp groups and classroom feeds.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4023360" cy="137160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00400"/>
            <a:ext cx="64008" cy="137160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Last-minute records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63016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records are remembered only when faculty asks for them.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200400"/>
            <a:ext cx="4023360" cy="137160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200400"/>
            <a:ext cx="64008" cy="137160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3291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to-do apps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363016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do not reschedule work or calculate academic urgency.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autonomous AI agent that tracks lab records, assignments, homework and exams, and steps in before deadlines slip.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4023360" cy="114300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286000"/>
            <a:ext cx="64008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natural-language entry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157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“3 Java programs before Friday” and tasks are created.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2286000"/>
            <a:ext cx="4023360" cy="114300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2286000"/>
            <a:ext cx="64008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3774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vision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271576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blackboard photos and WhatsApp screenshots into tasks.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4023360" cy="114300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66160"/>
            <a:ext cx="64008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Forgetfulness protection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9959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alerts for tasks that keep getting postponed.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566160"/>
            <a:ext cx="4023360" cy="114300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566160"/>
            <a:ext cx="64008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4632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Auto-rescheduling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399592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“couldn’t finish today” and the plan rebalances.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2651760" cy="150876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64008" cy="1508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Task Entry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7568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subject, deadline and priority; splits multi-part programs.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645920"/>
            <a:ext cx="2651760" cy="150876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645920"/>
            <a:ext cx="64008" cy="150876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Reminders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07568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3 days before, 1 day before and on deadline morning.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645920"/>
            <a:ext cx="2651760" cy="150876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645920"/>
            <a:ext cx="64008" cy="1508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&amp; Photo OCR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07568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Notices become verified tasks instantly.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2651760" cy="150876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91840"/>
            <a:ext cx="64008" cy="150876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Priority Matrix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7216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urgency score for every task.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291840"/>
            <a:ext cx="2651760" cy="150876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3291840"/>
            <a:ext cx="64008" cy="15087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2900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Rescheduling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7216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Reorganises the study queue without overloading tomorrow.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291840"/>
            <a:ext cx="2651760" cy="150876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3291840"/>
            <a:ext cx="64008" cy="150876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Forgetfulness Protection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3721608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Audits stale, zero-progress and high-difficulty tasks.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Workflow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0"/>
            <a:ext cx="1463040" cy="173736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517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Text, OCR photo or screenshot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38528" y="2743200"/>
            <a:ext cx="182880" cy="274320"/>
          </a:xfrm>
          <a:prstGeom prst="rightArrow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39696" y="2011680"/>
            <a:ext cx="1463040" cy="1737360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31136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Parser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31136" y="26517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Subject, date, priority, subtasks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21024" y="2743200"/>
            <a:ext cx="182880" cy="274320"/>
          </a:xfrm>
          <a:prstGeom prst="rightArrow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22192" y="2011680"/>
            <a:ext cx="1463040" cy="173736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13632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Engine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913632" y="26517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scoring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2743200"/>
            <a:ext cx="182880" cy="274320"/>
          </a:xfrm>
          <a:prstGeom prst="rightArrow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04688" y="2011680"/>
            <a:ext cx="1463040" cy="1737360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96128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596128" y="26517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&amp; rescheduling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86016" y="2743200"/>
            <a:ext cx="182880" cy="274320"/>
          </a:xfrm>
          <a:prstGeom prst="rightArrow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87184" y="2011680"/>
            <a:ext cx="1463040" cy="173736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78624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78624" y="265176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calendar, WhatsApp alert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 chat answers “What do I need to finish today?” and triggers auto-reschedule on request.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Priority Matrix &amp; Forgetfulness Protection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4023360" cy="274320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 score is derived from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Deadline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needed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Postponement count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49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High / Medium / Low priority and the Today focus queue.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645920"/>
            <a:ext cx="4023360" cy="274320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audit flags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22402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tasks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Zero-progress deadlines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High-difficulty lab records near target date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Repeatedly postponed work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Modules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2651760" cy="137160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64008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756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today, due this week, completed; focus queue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645920"/>
            <a:ext cx="2651760" cy="137160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645920"/>
            <a:ext cx="64008" cy="137160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Task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0756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entry and OCR scanner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645920"/>
            <a:ext cx="2651760" cy="137160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645920"/>
            <a:ext cx="64008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Assistant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07568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copilot with suggested actions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2651760" cy="137160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54680"/>
            <a:ext cx="64008" cy="137160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58444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view with subject and type filters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3154680"/>
            <a:ext cx="2651760" cy="137160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3154680"/>
            <a:ext cx="64008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2900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429000" y="358444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Per-subject labs, assignments, milestones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35040" y="3154680"/>
            <a:ext cx="2651760" cy="137160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3154680"/>
            <a:ext cx="64008" cy="137160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17920" y="3246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358444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rates and habit tips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a notification centre with WhatsApp alert preview.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097280" cy="45720"/>
          </a:xfrm>
          <a:prstGeom prst="rect">
            <a:avLst/>
          </a:prstGeom>
          <a:solidFill>
            <a:srgbClr val="F39C34"/>
          </a:solidFill>
          <a:ln w="12700">
            <a:solidFill>
              <a:srgbClr val="F39C3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645920"/>
            <a:ext cx="4023360" cy="292608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beyond a to-do list to a proactive agent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Cuts missed deadlines and last-minute records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stress through staged reminders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645920"/>
            <a:ext cx="4023360" cy="2926080"/>
          </a:xfrm>
          <a:prstGeom prst="rect">
            <a:avLst/>
          </a:prstGeom>
          <a:solidFill>
            <a:srgbClr val="EAF2FB"/>
          </a:solidFill>
          <a:ln w="9525">
            <a:solidFill>
              <a:srgbClr val="C9DC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28600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WhatsApp and SMS integration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with college LMS and timetable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with push notifications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Personalised study-habit insights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StudyMate AI</dc:title>
  <dc:subject>PptxGenJS Presentation</dc:subject>
  <dc:creator>PptxGenJS</dc:creator>
  <cp:lastModifiedBy>PptxGenJS</cp:lastModifiedBy>
  <cp:revision>1</cp:revision>
  <dcterms:created xsi:type="dcterms:W3CDTF">2026-10-26T17:57:22Z</dcterms:created>
  <dcterms:modified xsi:type="dcterms:W3CDTF">2026-10-26T17:57:22Z</dcterms:modified>
</cp:coreProperties>
</file>